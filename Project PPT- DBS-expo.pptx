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70" r:id="rId4"/>
    <p:sldId id="258" r:id="rId5"/>
    <p:sldId id="271" r:id="rId6"/>
    <p:sldId id="261" r:id="rId7"/>
    <p:sldId id="265" r:id="rId8"/>
    <p:sldId id="259" r:id="rId9"/>
    <p:sldId id="267" r:id="rId10"/>
    <p:sldId id="266" r:id="rId11"/>
    <p:sldId id="269" r:id="rId12"/>
    <p:sldId id="260" r:id="rId13"/>
    <p:sldId id="285" r:id="rId14"/>
    <p:sldId id="272" r:id="rId15"/>
    <p:sldId id="26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6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701F3-0150-4186-A168-895CAD7DCF70}" v="14" dt="2026-10-03T03:56:34.5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athijella505@outlook.com" userId="b08d227094579838" providerId="LiveId" clId="{976D4C1A-BB7A-4109-BD40-60C4A000420F}"/>
    <pc:docChg chg="undo custSel modSld">
      <pc:chgData name="pragathijella505@outlook.com" userId="b08d227094579838" providerId="LiveId" clId="{976D4C1A-BB7A-4109-BD40-60C4A000420F}" dt="2026-10-03T03:57:38.911" v="180" actId="255"/>
      <pc:docMkLst>
        <pc:docMk/>
      </pc:docMkLst>
      <pc:sldChg chg="addSp modSp mod">
        <pc:chgData name="pragathijella505@outlook.com" userId="b08d227094579838" providerId="LiveId" clId="{976D4C1A-BB7A-4109-BD40-60C4A000420F}" dt="2026-10-03T03:32:45.502" v="39" actId="1076"/>
        <pc:sldMkLst>
          <pc:docMk/>
          <pc:sldMk cId="3336400434" sldId="273"/>
        </pc:sldMkLst>
        <pc:spChg chg="mod">
          <ac:chgData name="pragathijella505@outlook.com" userId="b08d227094579838" providerId="LiveId" clId="{976D4C1A-BB7A-4109-BD40-60C4A000420F}" dt="2026-10-03T03:32:02.411" v="31" actId="20577"/>
          <ac:spMkLst>
            <pc:docMk/>
            <pc:sldMk cId="3336400434" sldId="273"/>
            <ac:spMk id="3" creationId="{9A1E04BC-7A76-11D7-49A3-C34A9F3E073A}"/>
          </ac:spMkLst>
        </pc:spChg>
        <pc:spChg chg="add mod">
          <ac:chgData name="pragathijella505@outlook.com" userId="b08d227094579838" providerId="LiveId" clId="{976D4C1A-BB7A-4109-BD40-60C4A000420F}" dt="2026-10-03T03:32:45.502" v="39" actId="1076"/>
          <ac:spMkLst>
            <pc:docMk/>
            <pc:sldMk cId="3336400434" sldId="273"/>
            <ac:spMk id="5" creationId="{D24B63AF-6B0B-0542-6CB0-7C7A06F54163}"/>
          </ac:spMkLst>
        </pc:spChg>
      </pc:sldChg>
      <pc:sldChg chg="addSp modSp mod">
        <pc:chgData name="pragathijella505@outlook.com" userId="b08d227094579838" providerId="LiveId" clId="{976D4C1A-BB7A-4109-BD40-60C4A000420F}" dt="2026-10-03T03:33:46.995" v="48" actId="1076"/>
        <pc:sldMkLst>
          <pc:docMk/>
          <pc:sldMk cId="837299791" sldId="274"/>
        </pc:sldMkLst>
        <pc:spChg chg="mod">
          <ac:chgData name="pragathijella505@outlook.com" userId="b08d227094579838" providerId="LiveId" clId="{976D4C1A-BB7A-4109-BD40-60C4A000420F}" dt="2026-10-03T03:33:13.182" v="42" actId="207"/>
          <ac:spMkLst>
            <pc:docMk/>
            <pc:sldMk cId="837299791" sldId="274"/>
            <ac:spMk id="3" creationId="{34EB56A7-EF36-D2BC-92D2-86980977928A}"/>
          </ac:spMkLst>
        </pc:spChg>
        <pc:spChg chg="add mod">
          <ac:chgData name="pragathijella505@outlook.com" userId="b08d227094579838" providerId="LiveId" clId="{976D4C1A-BB7A-4109-BD40-60C4A000420F}" dt="2026-10-03T03:33:46.995" v="48" actId="1076"/>
          <ac:spMkLst>
            <pc:docMk/>
            <pc:sldMk cId="837299791" sldId="274"/>
            <ac:spMk id="5" creationId="{48C8F77B-D41D-BF32-C899-C0AA62491FD8}"/>
          </ac:spMkLst>
        </pc:spChg>
      </pc:sldChg>
      <pc:sldChg chg="addSp modSp mod">
        <pc:chgData name="pragathijella505@outlook.com" userId="b08d227094579838" providerId="LiveId" clId="{976D4C1A-BB7A-4109-BD40-60C4A000420F}" dt="2026-10-03T03:34:35.676" v="57" actId="1076"/>
        <pc:sldMkLst>
          <pc:docMk/>
          <pc:sldMk cId="440787758" sldId="275"/>
        </pc:sldMkLst>
        <pc:spChg chg="mod">
          <ac:chgData name="pragathijella505@outlook.com" userId="b08d227094579838" providerId="LiveId" clId="{976D4C1A-BB7A-4109-BD40-60C4A000420F}" dt="2026-10-03T03:34:10.274" v="51" actId="207"/>
          <ac:spMkLst>
            <pc:docMk/>
            <pc:sldMk cId="440787758" sldId="275"/>
            <ac:spMk id="3" creationId="{3D5174F2-A15D-3196-E149-76178D34F5DF}"/>
          </ac:spMkLst>
        </pc:spChg>
        <pc:spChg chg="add mod">
          <ac:chgData name="pragathijella505@outlook.com" userId="b08d227094579838" providerId="LiveId" clId="{976D4C1A-BB7A-4109-BD40-60C4A000420F}" dt="2026-10-03T03:34:35.676" v="57" actId="1076"/>
          <ac:spMkLst>
            <pc:docMk/>
            <pc:sldMk cId="440787758" sldId="275"/>
            <ac:spMk id="5" creationId="{CE6B550F-F4B3-C8FC-B04C-9BBCA28A576D}"/>
          </ac:spMkLst>
        </pc:spChg>
      </pc:sldChg>
      <pc:sldChg chg="addSp modSp mod">
        <pc:chgData name="pragathijella505@outlook.com" userId="b08d227094579838" providerId="LiveId" clId="{976D4C1A-BB7A-4109-BD40-60C4A000420F}" dt="2026-10-03T03:38:07.318" v="97" actId="255"/>
        <pc:sldMkLst>
          <pc:docMk/>
          <pc:sldMk cId="1355984224" sldId="276"/>
        </pc:sldMkLst>
        <pc:spChg chg="mod">
          <ac:chgData name="pragathijella505@outlook.com" userId="b08d227094579838" providerId="LiveId" clId="{976D4C1A-BB7A-4109-BD40-60C4A000420F}" dt="2026-10-03T03:34:55.542" v="60" actId="207"/>
          <ac:spMkLst>
            <pc:docMk/>
            <pc:sldMk cId="1355984224" sldId="276"/>
            <ac:spMk id="3" creationId="{4FEF8DB9-D926-145C-5238-982F0E362266}"/>
          </ac:spMkLst>
        </pc:spChg>
        <pc:spChg chg="add mod">
          <ac:chgData name="pragathijella505@outlook.com" userId="b08d227094579838" providerId="LiveId" clId="{976D4C1A-BB7A-4109-BD40-60C4A000420F}" dt="2026-10-03T03:38:07.318" v="97" actId="255"/>
          <ac:spMkLst>
            <pc:docMk/>
            <pc:sldMk cId="1355984224" sldId="276"/>
            <ac:spMk id="5" creationId="{9C3961AE-FBFE-A1B3-8F1D-850C4267B8C0}"/>
          </ac:spMkLst>
        </pc:spChg>
      </pc:sldChg>
      <pc:sldChg chg="addSp modSp mod">
        <pc:chgData name="pragathijella505@outlook.com" userId="b08d227094579838" providerId="LiveId" clId="{976D4C1A-BB7A-4109-BD40-60C4A000420F}" dt="2026-10-03T03:40:25.395" v="113" actId="255"/>
        <pc:sldMkLst>
          <pc:docMk/>
          <pc:sldMk cId="1848448926" sldId="277"/>
        </pc:sldMkLst>
        <pc:spChg chg="mod">
          <ac:chgData name="pragathijella505@outlook.com" userId="b08d227094579838" providerId="LiveId" clId="{976D4C1A-BB7A-4109-BD40-60C4A000420F}" dt="2026-10-03T03:38:40.760" v="100" actId="207"/>
          <ac:spMkLst>
            <pc:docMk/>
            <pc:sldMk cId="1848448926" sldId="277"/>
            <ac:spMk id="3" creationId="{5A420E65-EF87-35AB-165E-7AE44D918DA3}"/>
          </ac:spMkLst>
        </pc:spChg>
        <pc:spChg chg="add mod">
          <ac:chgData name="pragathijella505@outlook.com" userId="b08d227094579838" providerId="LiveId" clId="{976D4C1A-BB7A-4109-BD40-60C4A000420F}" dt="2026-10-03T03:40:25.395" v="113" actId="255"/>
          <ac:spMkLst>
            <pc:docMk/>
            <pc:sldMk cId="1848448926" sldId="277"/>
            <ac:spMk id="4" creationId="{8ED6CF3A-4CB0-2ED5-D08A-1587700225A0}"/>
          </ac:spMkLst>
        </pc:spChg>
      </pc:sldChg>
      <pc:sldChg chg="addSp modSp mod">
        <pc:chgData name="pragathijella505@outlook.com" userId="b08d227094579838" providerId="LiveId" clId="{976D4C1A-BB7A-4109-BD40-60C4A000420F}" dt="2026-10-03T03:41:49.269" v="129" actId="14100"/>
        <pc:sldMkLst>
          <pc:docMk/>
          <pc:sldMk cId="2746446918" sldId="278"/>
        </pc:sldMkLst>
        <pc:spChg chg="mod">
          <ac:chgData name="pragathijella505@outlook.com" userId="b08d227094579838" providerId="LiveId" clId="{976D4C1A-BB7A-4109-BD40-60C4A000420F}" dt="2026-10-03T03:41:20.262" v="125" actId="207"/>
          <ac:spMkLst>
            <pc:docMk/>
            <pc:sldMk cId="2746446918" sldId="278"/>
            <ac:spMk id="3" creationId="{DC2B664E-6B90-0DDD-8021-678C1B37FCE3}"/>
          </ac:spMkLst>
        </pc:spChg>
        <pc:spChg chg="add mod">
          <ac:chgData name="pragathijella505@outlook.com" userId="b08d227094579838" providerId="LiveId" clId="{976D4C1A-BB7A-4109-BD40-60C4A000420F}" dt="2026-10-03T03:41:49.269" v="129" actId="14100"/>
          <ac:spMkLst>
            <pc:docMk/>
            <pc:sldMk cId="2746446918" sldId="278"/>
            <ac:spMk id="5" creationId="{0F7AB272-839E-167A-F8D7-12DDA1603B4F}"/>
          </ac:spMkLst>
        </pc:spChg>
      </pc:sldChg>
      <pc:sldChg chg="modSp mod">
        <pc:chgData name="pragathijella505@outlook.com" userId="b08d227094579838" providerId="LiveId" clId="{976D4C1A-BB7A-4109-BD40-60C4A000420F}" dt="2026-10-03T03:43:07.810" v="133" actId="207"/>
        <pc:sldMkLst>
          <pc:docMk/>
          <pc:sldMk cId="1953352296" sldId="279"/>
        </pc:sldMkLst>
        <pc:spChg chg="mod">
          <ac:chgData name="pragathijella505@outlook.com" userId="b08d227094579838" providerId="LiveId" clId="{976D4C1A-BB7A-4109-BD40-60C4A000420F}" dt="2026-10-03T03:43:07.810" v="133" actId="207"/>
          <ac:spMkLst>
            <pc:docMk/>
            <pc:sldMk cId="1953352296" sldId="279"/>
            <ac:spMk id="3" creationId="{FD1728D0-5889-AE8F-F4CC-A95F1AD9A2F7}"/>
          </ac:spMkLst>
        </pc:spChg>
      </pc:sldChg>
      <pc:sldChg chg="addSp modSp mod">
        <pc:chgData name="pragathijella505@outlook.com" userId="b08d227094579838" providerId="LiveId" clId="{976D4C1A-BB7A-4109-BD40-60C4A000420F}" dt="2026-10-03T03:51:01.121" v="149" actId="207"/>
        <pc:sldMkLst>
          <pc:docMk/>
          <pc:sldMk cId="1702538844" sldId="280"/>
        </pc:sldMkLst>
        <pc:spChg chg="mod">
          <ac:chgData name="pragathijella505@outlook.com" userId="b08d227094579838" providerId="LiveId" clId="{976D4C1A-BB7A-4109-BD40-60C4A000420F}" dt="2026-10-03T03:51:01.121" v="149" actId="207"/>
          <ac:spMkLst>
            <pc:docMk/>
            <pc:sldMk cId="1702538844" sldId="280"/>
            <ac:spMk id="3" creationId="{1C58BE53-FFCE-8CA9-84E3-43ED7F2CC19C}"/>
          </ac:spMkLst>
        </pc:spChg>
        <pc:graphicFrameChg chg="add mod modGraphic">
          <ac:chgData name="pragathijella505@outlook.com" userId="b08d227094579838" providerId="LiveId" clId="{976D4C1A-BB7A-4109-BD40-60C4A000420F}" dt="2026-10-03T03:44:26.497" v="145" actId="1076"/>
          <ac:graphicFrameMkLst>
            <pc:docMk/>
            <pc:sldMk cId="1702538844" sldId="280"/>
            <ac:graphicFrameMk id="4" creationId="{EB77F119-5EF7-AF7A-8C97-E8039B617997}"/>
          </ac:graphicFrameMkLst>
        </pc:graphicFrameChg>
      </pc:sldChg>
      <pc:sldChg chg="addSp modSp mod">
        <pc:chgData name="pragathijella505@outlook.com" userId="b08d227094579838" providerId="LiveId" clId="{976D4C1A-BB7A-4109-BD40-60C4A000420F}" dt="2026-10-03T03:51:22.870" v="154" actId="14100"/>
        <pc:sldMkLst>
          <pc:docMk/>
          <pc:sldMk cId="2351754729" sldId="281"/>
        </pc:sldMkLst>
        <pc:spChg chg="mod">
          <ac:chgData name="pragathijella505@outlook.com" userId="b08d227094579838" providerId="LiveId" clId="{976D4C1A-BB7A-4109-BD40-60C4A000420F}" dt="2026-10-03T03:44:46.545" v="148" actId="207"/>
          <ac:spMkLst>
            <pc:docMk/>
            <pc:sldMk cId="2351754729" sldId="281"/>
            <ac:spMk id="3" creationId="{38D6A909-27F8-F679-2016-47BBEA29A152}"/>
          </ac:spMkLst>
        </pc:spChg>
        <pc:graphicFrameChg chg="add mod modGraphic">
          <ac:chgData name="pragathijella505@outlook.com" userId="b08d227094579838" providerId="LiveId" clId="{976D4C1A-BB7A-4109-BD40-60C4A000420F}" dt="2026-10-03T03:51:22.870" v="154" actId="14100"/>
          <ac:graphicFrameMkLst>
            <pc:docMk/>
            <pc:sldMk cId="2351754729" sldId="281"/>
            <ac:graphicFrameMk id="4" creationId="{188538BF-B711-C86D-4DD6-63DAFC9995D7}"/>
          </ac:graphicFrameMkLst>
        </pc:graphicFrameChg>
      </pc:sldChg>
      <pc:sldChg chg="addSp modSp mod">
        <pc:chgData name="pragathijella505@outlook.com" userId="b08d227094579838" providerId="LiveId" clId="{976D4C1A-BB7A-4109-BD40-60C4A000420F}" dt="2026-10-03T03:52:14.954" v="164" actId="14100"/>
        <pc:sldMkLst>
          <pc:docMk/>
          <pc:sldMk cId="462993593" sldId="282"/>
        </pc:sldMkLst>
        <pc:spChg chg="mod">
          <ac:chgData name="pragathijella505@outlook.com" userId="b08d227094579838" providerId="LiveId" clId="{976D4C1A-BB7A-4109-BD40-60C4A000420F}" dt="2026-10-03T03:51:42.176" v="157" actId="207"/>
          <ac:spMkLst>
            <pc:docMk/>
            <pc:sldMk cId="462993593" sldId="282"/>
            <ac:spMk id="3" creationId="{8D6FAEEA-93FB-1139-EB70-C1001EE5FEF9}"/>
          </ac:spMkLst>
        </pc:spChg>
        <pc:spChg chg="add mod">
          <ac:chgData name="pragathijella505@outlook.com" userId="b08d227094579838" providerId="LiveId" clId="{976D4C1A-BB7A-4109-BD40-60C4A000420F}" dt="2026-10-03T03:52:14.954" v="164" actId="14100"/>
          <ac:spMkLst>
            <pc:docMk/>
            <pc:sldMk cId="462993593" sldId="282"/>
            <ac:spMk id="5" creationId="{C0A8D892-BCE7-7300-2ACB-1FB831473C87}"/>
          </ac:spMkLst>
        </pc:spChg>
      </pc:sldChg>
      <pc:sldChg chg="addSp modSp mod">
        <pc:chgData name="pragathijella505@outlook.com" userId="b08d227094579838" providerId="LiveId" clId="{976D4C1A-BB7A-4109-BD40-60C4A000420F}" dt="2026-10-03T03:56:06.910" v="172" actId="14100"/>
        <pc:sldMkLst>
          <pc:docMk/>
          <pc:sldMk cId="2672243625" sldId="283"/>
        </pc:sldMkLst>
        <pc:spChg chg="add mod">
          <ac:chgData name="pragathijella505@outlook.com" userId="b08d227094579838" providerId="LiveId" clId="{976D4C1A-BB7A-4109-BD40-60C4A000420F}" dt="2026-10-03T03:56:06.910" v="172" actId="14100"/>
          <ac:spMkLst>
            <pc:docMk/>
            <pc:sldMk cId="2672243625" sldId="283"/>
            <ac:spMk id="5" creationId="{4680664D-9066-E713-2740-970E4AD19930}"/>
          </ac:spMkLst>
        </pc:spChg>
      </pc:sldChg>
      <pc:sldChg chg="addSp modSp mod">
        <pc:chgData name="pragathijella505@outlook.com" userId="b08d227094579838" providerId="LiveId" clId="{976D4C1A-BB7A-4109-BD40-60C4A000420F}" dt="2026-10-03T03:57:38.911" v="180" actId="255"/>
        <pc:sldMkLst>
          <pc:docMk/>
          <pc:sldMk cId="3267650059" sldId="284"/>
        </pc:sldMkLst>
        <pc:spChg chg="mod">
          <ac:chgData name="pragathijella505@outlook.com" userId="b08d227094579838" providerId="LiveId" clId="{976D4C1A-BB7A-4109-BD40-60C4A000420F}" dt="2026-10-03T03:56:42.285" v="176" actId="207"/>
          <ac:spMkLst>
            <pc:docMk/>
            <pc:sldMk cId="3267650059" sldId="284"/>
            <ac:spMk id="3" creationId="{356CED69-FF99-583F-B162-EFF768432D71}"/>
          </ac:spMkLst>
        </pc:spChg>
        <pc:spChg chg="add mod">
          <ac:chgData name="pragathijella505@outlook.com" userId="b08d227094579838" providerId="LiveId" clId="{976D4C1A-BB7A-4109-BD40-60C4A000420F}" dt="2026-10-03T03:57:38.911" v="180" actId="255"/>
          <ac:spMkLst>
            <pc:docMk/>
            <pc:sldMk cId="3267650059" sldId="284"/>
            <ac:spMk id="5" creationId="{92AB5939-349F-8779-37C5-3DB2FB2913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2381" y="577515"/>
            <a:ext cx="9144000" cy="873993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800" dirty="0"/>
              <a:t>Blood Bank &amp; Donor Locator App</a:t>
            </a:r>
            <a:endParaRPr lang="en-US" sz="4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9034" y="1993055"/>
            <a:ext cx="4551284" cy="217789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Members:</a:t>
            </a:r>
          </a:p>
          <a:p>
            <a:r>
              <a:rPr lang="en-US" dirty="0">
                <a:solidFill>
                  <a:srgbClr val="0070C0"/>
                </a:solidFill>
              </a:rPr>
              <a:t>M Sai Harika-2520080068</a:t>
            </a:r>
          </a:p>
          <a:p>
            <a:r>
              <a:rPr lang="en-US" dirty="0">
                <a:solidFill>
                  <a:srgbClr val="0070C0"/>
                </a:solidFill>
              </a:rPr>
              <a:t>Hari Priya – 2520080015</a:t>
            </a:r>
          </a:p>
          <a:p>
            <a:r>
              <a:rPr lang="en-US" dirty="0">
                <a:solidFill>
                  <a:srgbClr val="0070C0"/>
                </a:solidFill>
              </a:rPr>
              <a:t>J Pragathi-2520090216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dirty="0">
              <a:solidFill>
                <a:srgbClr val="0070C0"/>
              </a:solidFill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Guide :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Department :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Academic Year : 2026-2027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83AC9-EC58-02B7-BFA0-EAC9CA3F7365}"/>
              </a:ext>
            </a:extLst>
          </p:cNvPr>
          <p:cNvSpPr txBox="1"/>
          <p:nvPr/>
        </p:nvSpPr>
        <p:spPr>
          <a:xfrm>
            <a:off x="1138989" y="920621"/>
            <a:ext cx="12538607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/>
              <a:t>Overview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A mobile application designed to quickly locate </a:t>
            </a:r>
            <a:r>
              <a:rPr lang="en-IN" sz="2600" b="1" dirty="0"/>
              <a:t>blood donors and nearby blood banks</a:t>
            </a:r>
            <a:r>
              <a:rPr lang="en-IN" sz="2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Helps patients and their families during </a:t>
            </a:r>
            <a:r>
              <a:rPr lang="en-IN" sz="2600" b="1" dirty="0"/>
              <a:t>medical emergencies</a:t>
            </a:r>
            <a:r>
              <a:rPr lang="en-IN" sz="2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Donors can register their </a:t>
            </a:r>
            <a:r>
              <a:rPr lang="en-IN" sz="2600" b="1" dirty="0"/>
              <a:t>blood group, contact details and location</a:t>
            </a:r>
            <a:r>
              <a:rPr lang="en-IN" sz="2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Users can search for suitable donors and nearby blood banks.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Location-based search helps identify nearby available resources.</a:t>
            </a:r>
          </a:p>
          <a:p>
            <a:r>
              <a:rPr lang="en-IN" sz="2600" b="1" dirty="0"/>
              <a:t>Technologies</a:t>
            </a:r>
          </a:p>
          <a:p>
            <a:pPr lvl="0"/>
            <a:r>
              <a:rPr lang="en-IN" sz="2600" dirty="0"/>
              <a:t>React Native </a:t>
            </a:r>
          </a:p>
          <a:p>
            <a:pPr lvl="0"/>
            <a:r>
              <a:rPr lang="en-IN" sz="2600" dirty="0"/>
              <a:t>JavaScript </a:t>
            </a:r>
          </a:p>
          <a:p>
            <a:pPr lvl="0"/>
            <a:r>
              <a:rPr lang="en-IN" sz="2600" dirty="0"/>
              <a:t>Node.js &amp; Express.js </a:t>
            </a:r>
          </a:p>
          <a:p>
            <a:pPr lvl="0"/>
            <a:r>
              <a:rPr lang="en-IN" sz="2600" dirty="0"/>
              <a:t>Firebase </a:t>
            </a:r>
            <a:r>
              <a:rPr lang="en-IN" sz="2600" dirty="0" err="1"/>
              <a:t>Firestore</a:t>
            </a:r>
            <a:r>
              <a:rPr lang="en-IN" sz="2600" dirty="0"/>
              <a:t> </a:t>
            </a:r>
          </a:p>
          <a:p>
            <a:pPr lvl="0"/>
            <a:r>
              <a:rPr lang="en-IN" sz="2600" dirty="0"/>
              <a:t>Firebase Authentication </a:t>
            </a:r>
          </a:p>
          <a:p>
            <a:pPr lvl="0"/>
            <a:r>
              <a:rPr lang="en-IN" sz="2600" dirty="0"/>
              <a:t>Google Maps API</a:t>
            </a:r>
          </a:p>
          <a:p>
            <a:pPr lvl="0"/>
            <a:endParaRPr lang="en-IN" sz="2400" dirty="0"/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0D858B-D4C4-6C15-B1A5-B0FB68B066D4}"/>
              </a:ext>
            </a:extLst>
          </p:cNvPr>
          <p:cNvSpPr txBox="1"/>
          <p:nvPr/>
        </p:nvSpPr>
        <p:spPr>
          <a:xfrm>
            <a:off x="1604211" y="1729133"/>
            <a:ext cx="98017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Expected Outcome</a:t>
            </a:r>
          </a:p>
          <a:p>
            <a:r>
              <a:rPr lang="en-IN" sz="3200" dirty="0"/>
              <a:t>A user-friendly system that improves </a:t>
            </a:r>
            <a:r>
              <a:rPr lang="en-IN" sz="3200" b="1" dirty="0"/>
              <a:t>blood accessibility and donor coordination</a:t>
            </a:r>
            <a:r>
              <a:rPr lang="en-IN" sz="3200" dirty="0"/>
              <a:t>.</a:t>
            </a:r>
          </a:p>
          <a:p>
            <a:r>
              <a:rPr lang="en-IN" sz="3200" dirty="0"/>
              <a:t>These points are directly based on your submitted abstract. </a:t>
            </a:r>
          </a:p>
          <a:p>
            <a:r>
              <a:rPr lang="en-IN" sz="3200" b="1" dirty="0"/>
              <a:t>Keywords:</a:t>
            </a:r>
            <a:br>
              <a:rPr lang="en-IN" sz="3200" dirty="0"/>
            </a:br>
            <a:r>
              <a:rPr lang="en-IN" sz="3200" dirty="0"/>
              <a:t>Blood Donation | Donor Locator | Blood Bank | Location-Based Search</a:t>
            </a:r>
          </a:p>
          <a:p>
            <a:pPr lvl="0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754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839452" y="151218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05F33-F3F8-F4D4-8330-6DD70D127BD3}"/>
              </a:ext>
            </a:extLst>
          </p:cNvPr>
          <p:cNvSpPr txBox="1"/>
          <p:nvPr/>
        </p:nvSpPr>
        <p:spPr>
          <a:xfrm>
            <a:off x="1507958" y="866536"/>
            <a:ext cx="1092467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/>
              <a:t>Existing Problem</a:t>
            </a:r>
          </a:p>
          <a:p>
            <a:pPr>
              <a:buNone/>
            </a:pPr>
            <a:r>
              <a:rPr lang="en-IN" sz="2600" dirty="0"/>
              <a:t>During medical emergencies, finding suitable blood donors or nearby blood banks can take a lot of time.</a:t>
            </a:r>
          </a:p>
          <a:p>
            <a:pPr>
              <a:buNone/>
            </a:pPr>
            <a:r>
              <a:rPr lang="en-IN" sz="2600" b="1" dirty="0"/>
              <a:t>Who is affected?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Patients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Patient families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Hospitals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Blood banks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Blood donors </a:t>
            </a:r>
          </a:p>
          <a:p>
            <a:pPr>
              <a:buNone/>
            </a:pPr>
            <a:r>
              <a:rPr lang="en-IN" sz="2600" b="1" dirty="0"/>
              <a:t>Why solve it?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Blood may be required immediately.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Searching through multiple sources is time-consuming.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It can be difficult to find a suitable blood group quickly.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Contacting donors/blood banks may take additional time.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DED87-7A9C-714F-30C2-90E5B61B64E4}"/>
              </a:ext>
            </a:extLst>
          </p:cNvPr>
          <p:cNvSpPr txBox="1"/>
          <p:nvPr/>
        </p:nvSpPr>
        <p:spPr>
          <a:xfrm>
            <a:off x="1283368" y="1166842"/>
            <a:ext cx="109086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Limitations of Existing Approach 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Information may be scattered across different 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No single centralized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Difficult to identify nearby donors quickly.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Manual communication can cause delays. </a:t>
            </a:r>
          </a:p>
          <a:p>
            <a:pPr>
              <a:buNone/>
            </a:pPr>
            <a:r>
              <a:rPr lang="en-IN" sz="3200" b="1" dirty="0"/>
              <a:t>Proposed Problem Definition :</a:t>
            </a:r>
          </a:p>
          <a:p>
            <a:pPr>
              <a:buNone/>
            </a:pPr>
            <a:r>
              <a:rPr lang="en-IN" sz="3200" dirty="0"/>
              <a:t>To develop a centralized mobile application that helps users </a:t>
            </a:r>
            <a:r>
              <a:rPr lang="en-IN" sz="3200" b="1" dirty="0"/>
              <a:t>find suitable blood donors and nearby blood banks quickly using blood-group and location-based search</a:t>
            </a:r>
            <a:r>
              <a:rPr lang="en-IN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354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2F2C0-8F3B-F5A8-E52C-33966F4F0CA3}"/>
              </a:ext>
            </a:extLst>
          </p:cNvPr>
          <p:cNvSpPr txBox="1"/>
          <p:nvPr/>
        </p:nvSpPr>
        <p:spPr>
          <a:xfrm>
            <a:off x="1652337" y="924341"/>
            <a:ext cx="1110113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/>
              <a:t>Why did we select this project?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Blood is often required in </a:t>
            </a:r>
            <a:r>
              <a:rPr lang="en-IN" sz="2600" b="1" dirty="0"/>
              <a:t>emergency situations</a:t>
            </a:r>
            <a:r>
              <a:rPr lang="en-IN" sz="2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Finding a compatible donor quickly can be difficult.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Existing information may not be available in one place.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Technology can make donor coordination faster and easier. </a:t>
            </a:r>
          </a:p>
          <a:p>
            <a:pPr>
              <a:buNone/>
            </a:pPr>
            <a:r>
              <a:rPr lang="en-IN" sz="2600" b="1" dirty="0"/>
              <a:t>Real-World Importance</a:t>
            </a:r>
          </a:p>
          <a:p>
            <a:pPr>
              <a:buNone/>
            </a:pPr>
            <a:r>
              <a:rPr lang="en-IN" sz="2600" dirty="0"/>
              <a:t>The application can help reduce the </a:t>
            </a:r>
            <a:r>
              <a:rPr lang="en-IN" sz="2600" b="1" dirty="0"/>
              <a:t>time and effort required to locate blood</a:t>
            </a:r>
            <a:r>
              <a:rPr lang="en-IN" sz="2600" dirty="0"/>
              <a:t>.</a:t>
            </a:r>
          </a:p>
          <a:p>
            <a:pPr>
              <a:buNone/>
            </a:pPr>
            <a:r>
              <a:rPr lang="en-IN" sz="2600" b="1" dirty="0"/>
              <a:t>Expected Benefits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Faster donor search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Nearby blood bank identification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Better donor-recipient communication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Organized donor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Support for emergency blood requests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Encouragement of voluntary blood donation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2A38E-0DF9-5EB4-9F5F-34068F7CB6BB}"/>
              </a:ext>
            </a:extLst>
          </p:cNvPr>
          <p:cNvSpPr txBox="1"/>
          <p:nvPr/>
        </p:nvSpPr>
        <p:spPr>
          <a:xfrm>
            <a:off x="1331495" y="1202534"/>
            <a:ext cx="10716126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/>
              <a:t>Objective 1</a:t>
            </a:r>
          </a:p>
          <a:p>
            <a:pPr>
              <a:buNone/>
            </a:pPr>
            <a:r>
              <a:rPr lang="en-IN" sz="2600" dirty="0"/>
              <a:t>To provide a centralized platform for registering and managing blood donor information.</a:t>
            </a:r>
          </a:p>
          <a:p>
            <a:pPr>
              <a:buNone/>
            </a:pPr>
            <a:r>
              <a:rPr lang="en-IN" sz="2600" b="1" dirty="0"/>
              <a:t>Objective 2</a:t>
            </a:r>
          </a:p>
          <a:p>
            <a:pPr>
              <a:buNone/>
            </a:pPr>
            <a:r>
              <a:rPr lang="en-IN" sz="2600" dirty="0"/>
              <a:t>To help users find suitable donors based on </a:t>
            </a:r>
            <a:r>
              <a:rPr lang="en-IN" sz="2600" b="1" dirty="0"/>
              <a:t>blood group and location</a:t>
            </a:r>
            <a:r>
              <a:rPr lang="en-IN" sz="2600" dirty="0"/>
              <a:t>.</a:t>
            </a:r>
          </a:p>
          <a:p>
            <a:pPr>
              <a:buNone/>
            </a:pPr>
            <a:r>
              <a:rPr lang="en-IN" sz="2600" b="1" dirty="0"/>
              <a:t>Objective 3</a:t>
            </a:r>
          </a:p>
          <a:p>
            <a:pPr>
              <a:buNone/>
            </a:pPr>
            <a:r>
              <a:rPr lang="en-IN" sz="2600" dirty="0"/>
              <a:t>To help users locate nearby blood banks using </a:t>
            </a:r>
            <a:r>
              <a:rPr lang="en-IN" sz="2600" b="1" dirty="0"/>
              <a:t>location-based services and maps</a:t>
            </a:r>
            <a:r>
              <a:rPr lang="en-IN" sz="2600" dirty="0"/>
              <a:t>.</a:t>
            </a:r>
          </a:p>
          <a:p>
            <a:pPr>
              <a:buNone/>
            </a:pPr>
            <a:r>
              <a:rPr lang="en-IN" sz="2600" b="1" dirty="0"/>
              <a:t>Objective 4</a:t>
            </a:r>
          </a:p>
          <a:p>
            <a:pPr>
              <a:buNone/>
            </a:pPr>
            <a:r>
              <a:rPr lang="en-IN" sz="2600" dirty="0"/>
              <a:t>To improve communication between </a:t>
            </a:r>
            <a:r>
              <a:rPr lang="en-IN" sz="2600" b="1" dirty="0"/>
              <a:t>donors, recipients, hospitals and blood banks</a:t>
            </a:r>
            <a:r>
              <a:rPr lang="en-IN" sz="2600" dirty="0"/>
              <a:t>.</a:t>
            </a:r>
          </a:p>
          <a:p>
            <a:pPr>
              <a:buNone/>
            </a:pPr>
            <a:r>
              <a:rPr lang="en-IN" sz="2600" b="1" dirty="0"/>
              <a:t>Objective 5</a:t>
            </a:r>
          </a:p>
          <a:p>
            <a:pPr>
              <a:buNone/>
            </a:pPr>
            <a:r>
              <a:rPr lang="en-IN" sz="2600" dirty="0"/>
              <a:t>To reduce the time and effort required to find blood during emergencies.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</a:t>
            </a:r>
            <a:r>
              <a:rPr lang="en-US" sz="3200" b="1" dirty="0" err="1">
                <a:solidFill>
                  <a:schemeClr val="bg1"/>
                </a:solidFill>
              </a:rPr>
              <a:t>Servey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119922-C95F-E674-76FE-4EE331AB4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649384"/>
              </p:ext>
            </p:extLst>
          </p:nvPr>
        </p:nvGraphicFramePr>
        <p:xfrm>
          <a:off x="838200" y="1363579"/>
          <a:ext cx="11097125" cy="48447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9425">
                  <a:extLst>
                    <a:ext uri="{9D8B030D-6E8A-4147-A177-3AD203B41FA5}">
                      <a16:colId xmlns:a16="http://schemas.microsoft.com/office/drawing/2014/main" val="3029132805"/>
                    </a:ext>
                  </a:extLst>
                </a:gridCol>
                <a:gridCol w="2219425">
                  <a:extLst>
                    <a:ext uri="{9D8B030D-6E8A-4147-A177-3AD203B41FA5}">
                      <a16:colId xmlns:a16="http://schemas.microsoft.com/office/drawing/2014/main" val="1628779752"/>
                    </a:ext>
                  </a:extLst>
                </a:gridCol>
                <a:gridCol w="2219425">
                  <a:extLst>
                    <a:ext uri="{9D8B030D-6E8A-4147-A177-3AD203B41FA5}">
                      <a16:colId xmlns:a16="http://schemas.microsoft.com/office/drawing/2014/main" val="1551078758"/>
                    </a:ext>
                  </a:extLst>
                </a:gridCol>
                <a:gridCol w="2219425">
                  <a:extLst>
                    <a:ext uri="{9D8B030D-6E8A-4147-A177-3AD203B41FA5}">
                      <a16:colId xmlns:a16="http://schemas.microsoft.com/office/drawing/2014/main" val="1925739689"/>
                    </a:ext>
                  </a:extLst>
                </a:gridCol>
                <a:gridCol w="2219425">
                  <a:extLst>
                    <a:ext uri="{9D8B030D-6E8A-4147-A177-3AD203B41FA5}">
                      <a16:colId xmlns:a16="http://schemas.microsoft.com/office/drawing/2014/main" val="2854259572"/>
                    </a:ext>
                  </a:extLst>
                </a:gridCol>
              </a:tblGrid>
              <a:tr h="775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Method/Technique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Major 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436648"/>
                  </a:ext>
                </a:extLst>
              </a:tr>
              <a:tr h="13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Blood donor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Donor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Helps manage donor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location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810799"/>
                  </a:ext>
                </a:extLst>
              </a:tr>
              <a:tr h="13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Location-based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Helps locate nearby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donor coordination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383929"/>
                  </a:ext>
                </a:extLst>
              </a:tr>
              <a:tr h="13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 blood bank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Blood bank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Improves accessibility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centralized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8517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Research Gap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59F9A-97B3-C4BC-1AC1-9F6B4165FF25}"/>
              </a:ext>
            </a:extLst>
          </p:cNvPr>
          <p:cNvSpPr txBox="1"/>
          <p:nvPr/>
        </p:nvSpPr>
        <p:spPr>
          <a:xfrm>
            <a:off x="1283368" y="1106684"/>
            <a:ext cx="1025090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/>
              <a:t>Limitations in Existing Systems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Donor information may not be available in one centralized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Users may have difficulty finding </a:t>
            </a:r>
            <a:r>
              <a:rPr lang="en-IN" sz="2600" b="1" dirty="0"/>
              <a:t>nearby suitable donors</a:t>
            </a:r>
            <a:r>
              <a:rPr lang="en-IN" sz="2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Blood bank information and donor information may be separated.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Emergency communication can still involve manual effort.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/>
              <a:t>Location-based donor and blood bank coordination can be improved. </a:t>
            </a:r>
          </a:p>
          <a:p>
            <a:pPr>
              <a:buNone/>
            </a:pPr>
            <a:r>
              <a:rPr lang="en-IN" sz="2600" b="1" dirty="0"/>
              <a:t>Research Gap</a:t>
            </a:r>
          </a:p>
          <a:p>
            <a:pPr>
              <a:buNone/>
            </a:pPr>
            <a:r>
              <a:rPr lang="en-IN" sz="2600" dirty="0"/>
              <a:t>Existing systems mainly focus on blood bank management or donor registration separately. There is a need for an integrated platform that combines donor information, blood bank information, blood-group search and location-based services. Our proposed application addresses this gap by providing these features through a single mobile platform.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Proposed Methodology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0FAC8-8945-C18E-3E28-326E7B5603E1}"/>
              </a:ext>
            </a:extLst>
          </p:cNvPr>
          <p:cNvSpPr txBox="1"/>
          <p:nvPr/>
        </p:nvSpPr>
        <p:spPr>
          <a:xfrm>
            <a:off x="3048000" y="963651"/>
            <a:ext cx="702631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User Registration / Login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b="1" dirty="0"/>
              <a:t>Enter Blood Requirement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b="1" dirty="0"/>
              <a:t>Select Blood Group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b="1" dirty="0"/>
              <a:t>Location-Based Search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b="1" dirty="0"/>
              <a:t>Find Suitable Donors / Nearby Blood Banks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b="1" dirty="0"/>
              <a:t>Retrieve Information from Firebase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b="1" dirty="0"/>
              <a:t>Display Results on Mobile App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b="1" dirty="0"/>
              <a:t>Contact / Emergency Request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48A35B-2C54-9A33-456C-1C2E2B4CC908}"/>
              </a:ext>
            </a:extLst>
          </p:cNvPr>
          <p:cNvSpPr txBox="1"/>
          <p:nvPr/>
        </p:nvSpPr>
        <p:spPr>
          <a:xfrm>
            <a:off x="3031957" y="1323798"/>
            <a:ext cx="83739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Explain:</a:t>
            </a:r>
          </a:p>
          <a:p>
            <a:pPr>
              <a:buNone/>
            </a:pPr>
            <a:r>
              <a:rPr lang="en-IN" sz="2400" b="1" dirty="0"/>
              <a:t>Input:</a:t>
            </a:r>
            <a:br>
              <a:rPr lang="en-IN" sz="2400" dirty="0"/>
            </a:br>
            <a:r>
              <a:rPr lang="en-IN" sz="2400" dirty="0"/>
              <a:t>Blood group, location and user requirement.</a:t>
            </a:r>
          </a:p>
          <a:p>
            <a:pPr>
              <a:buNone/>
            </a:pPr>
            <a:r>
              <a:rPr lang="en-IN" sz="2400" b="1" dirty="0"/>
              <a:t>Preprocessing:</a:t>
            </a:r>
            <a:br>
              <a:rPr lang="en-IN" sz="2400" dirty="0"/>
            </a:br>
            <a:r>
              <a:rPr lang="en-IN" sz="2400" dirty="0"/>
              <a:t>Validate user information and search criteria.</a:t>
            </a:r>
          </a:p>
          <a:p>
            <a:pPr>
              <a:buNone/>
            </a:pPr>
            <a:r>
              <a:rPr lang="en-IN" sz="2400" b="1" dirty="0"/>
              <a:t>Processing:</a:t>
            </a:r>
            <a:br>
              <a:rPr lang="en-IN" sz="2400" dirty="0"/>
            </a:br>
            <a:r>
              <a:rPr lang="en-IN" sz="2400" dirty="0"/>
              <a:t>Search donor and blood bank records using blood group and location.</a:t>
            </a:r>
          </a:p>
          <a:p>
            <a:pPr>
              <a:buNone/>
            </a:pPr>
            <a:r>
              <a:rPr lang="en-IN" sz="2400" b="1" dirty="0"/>
              <a:t>Output:</a:t>
            </a:r>
            <a:br>
              <a:rPr lang="en-IN" sz="2400" dirty="0"/>
            </a:br>
            <a:r>
              <a:rPr lang="en-IN" sz="2400" dirty="0"/>
              <a:t>List of suitable donors and nearby blood banks.</a:t>
            </a:r>
          </a:p>
          <a:p>
            <a:pPr>
              <a:buNone/>
            </a:pPr>
            <a:r>
              <a:rPr lang="en-IN" sz="2400" b="1" dirty="0"/>
              <a:t>Performance Evaluation:</a:t>
            </a:r>
            <a:br>
              <a:rPr lang="en-IN" sz="2400" dirty="0"/>
            </a:br>
            <a:r>
              <a:rPr lang="en-IN" sz="2400" dirty="0"/>
              <a:t>Check response time, search accuracy and usability</a:t>
            </a:r>
          </a:p>
        </p:txBody>
      </p:sp>
    </p:spTree>
    <p:extLst>
      <p:ext uri="{BB962C8B-B14F-4D97-AF65-F5344CB8AC3E}">
        <p14:creationId xmlns:p14="http://schemas.microsoft.com/office/powerpoint/2010/main" val="3935095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08967-BDBA-CE3D-5696-433EFE332285}"/>
              </a:ext>
            </a:extLst>
          </p:cNvPr>
          <p:cNvSpPr txBox="1"/>
          <p:nvPr/>
        </p:nvSpPr>
        <p:spPr>
          <a:xfrm>
            <a:off x="3080083" y="1272590"/>
            <a:ext cx="747562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USER</a:t>
            </a:r>
          </a:p>
          <a:p>
            <a:r>
              <a:rPr lang="en-IN" dirty="0"/>
              <a:t>               ↓</a:t>
            </a:r>
          </a:p>
          <a:p>
            <a:r>
              <a:rPr lang="en-IN" dirty="0"/>
              <a:t>       React Native App</a:t>
            </a:r>
          </a:p>
          <a:p>
            <a:r>
              <a:rPr lang="en-IN" dirty="0"/>
              <a:t>               ↓</a:t>
            </a:r>
          </a:p>
          <a:p>
            <a:r>
              <a:rPr lang="en-IN" dirty="0"/>
              <a:t>      Firebase Authentication</a:t>
            </a:r>
          </a:p>
          <a:p>
            <a:r>
              <a:rPr lang="en-IN" dirty="0"/>
              <a:t>               ↓</a:t>
            </a:r>
          </a:p>
          <a:p>
            <a:r>
              <a:rPr lang="en-IN" dirty="0"/>
              <a:t>        Node.js + Express</a:t>
            </a:r>
          </a:p>
          <a:p>
            <a:r>
              <a:rPr lang="en-IN" dirty="0"/>
              <a:t>               ↓</a:t>
            </a:r>
          </a:p>
          <a:p>
            <a:r>
              <a:rPr lang="en-IN" dirty="0"/>
              <a:t>        Firebase </a:t>
            </a:r>
            <a:r>
              <a:rPr lang="en-IN" dirty="0" err="1"/>
              <a:t>Firestore</a:t>
            </a:r>
            <a:endParaRPr lang="en-IN" dirty="0"/>
          </a:p>
          <a:p>
            <a:r>
              <a:rPr lang="en-IN" dirty="0"/>
              <a:t>          ↙           ↘</a:t>
            </a:r>
          </a:p>
          <a:p>
            <a:r>
              <a:rPr lang="en-IN" dirty="0"/>
              <a:t>   Donor Data       Blood Bank Data</a:t>
            </a:r>
          </a:p>
          <a:p>
            <a:r>
              <a:rPr lang="en-IN" dirty="0"/>
              <a:t>          ↘           ↙</a:t>
            </a:r>
          </a:p>
          <a:p>
            <a:r>
              <a:rPr lang="en-IN" dirty="0"/>
              <a:t>       Search &amp; Filtering</a:t>
            </a:r>
          </a:p>
          <a:p>
            <a:r>
              <a:rPr lang="en-IN" dirty="0"/>
              <a:t>               ↓</a:t>
            </a:r>
          </a:p>
          <a:p>
            <a:r>
              <a:rPr lang="en-IN" dirty="0"/>
              <a:t>        Google Maps API</a:t>
            </a:r>
          </a:p>
          <a:p>
            <a:r>
              <a:rPr lang="en-IN" dirty="0"/>
              <a:t>               ↓</a:t>
            </a:r>
          </a:p>
          <a:p>
            <a:r>
              <a:rPr lang="en-IN" dirty="0"/>
              <a:t>   Nearby Donors/Blood Banks</a:t>
            </a:r>
          </a:p>
          <a:p>
            <a:r>
              <a:rPr lang="en-IN" dirty="0"/>
              <a:t>               ↓</a:t>
            </a:r>
          </a:p>
          <a:p>
            <a:r>
              <a:rPr lang="en-IN" dirty="0"/>
              <a:t>             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E915CA-D72A-AF0E-CF84-5A83C86594F2}"/>
              </a:ext>
            </a:extLst>
          </p:cNvPr>
          <p:cNvSpPr txBox="1"/>
          <p:nvPr/>
        </p:nvSpPr>
        <p:spPr>
          <a:xfrm>
            <a:off x="2951747" y="1443841"/>
            <a:ext cx="774833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Main Components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600" b="1" dirty="0"/>
              <a:t>User Interface</a:t>
            </a:r>
            <a:r>
              <a:rPr lang="en-IN" sz="3600" dirty="0"/>
              <a:t> – React Native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600" b="1" dirty="0"/>
              <a:t>Authentication</a:t>
            </a:r>
            <a:r>
              <a:rPr lang="en-IN" sz="3600" dirty="0"/>
              <a:t> – Firebase Authentication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600" b="1" dirty="0"/>
              <a:t>Backend</a:t>
            </a:r>
            <a:r>
              <a:rPr lang="en-IN" sz="3600" dirty="0"/>
              <a:t> – Node.js + Express.js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600" b="1" dirty="0"/>
              <a:t>Database</a:t>
            </a:r>
            <a:r>
              <a:rPr lang="en-IN" sz="3600" dirty="0"/>
              <a:t> – Firebase </a:t>
            </a:r>
            <a:r>
              <a:rPr lang="en-IN" sz="3600" dirty="0" err="1"/>
              <a:t>Firestore</a:t>
            </a:r>
            <a:r>
              <a:rPr lang="en-IN" sz="3600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600" b="1" dirty="0"/>
              <a:t>Location Services</a:t>
            </a:r>
            <a:r>
              <a:rPr lang="en-IN" sz="3600" dirty="0"/>
              <a:t> – Google Maps API</a:t>
            </a:r>
          </a:p>
        </p:txBody>
      </p:sp>
    </p:spTree>
    <p:extLst>
      <p:ext uri="{BB962C8B-B14F-4D97-AF65-F5344CB8AC3E}">
        <p14:creationId xmlns:p14="http://schemas.microsoft.com/office/powerpoint/2010/main" val="1069531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C997F-D828-35F7-ADE7-88B83C83D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B0D85C-AAD1-5BD3-E71B-60A916C2C09D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5DA44-9C13-FCC1-C39E-6FF7C462587A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Technologies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3FDF40-6382-2B19-7BA0-2E9A839D4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131563"/>
              </p:ext>
            </p:extLst>
          </p:nvPr>
        </p:nvGraphicFramePr>
        <p:xfrm>
          <a:off x="1122946" y="1074821"/>
          <a:ext cx="10828422" cy="54222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4211">
                  <a:extLst>
                    <a:ext uri="{9D8B030D-6E8A-4147-A177-3AD203B41FA5}">
                      <a16:colId xmlns:a16="http://schemas.microsoft.com/office/drawing/2014/main" val="4252431226"/>
                    </a:ext>
                  </a:extLst>
                </a:gridCol>
                <a:gridCol w="5414211">
                  <a:extLst>
                    <a:ext uri="{9D8B030D-6E8A-4147-A177-3AD203B41FA5}">
                      <a16:colId xmlns:a16="http://schemas.microsoft.com/office/drawing/2014/main" val="1641755491"/>
                    </a:ext>
                  </a:extLst>
                </a:gridCol>
              </a:tblGrid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Technology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Purpose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123589838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React Native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Mobile application frontend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742828558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JavaScript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Application programming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3300308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Node.js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Backend runtime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44237355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Express.js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Backend/API development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60046841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Firebase Firestore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Store donor and blood bank data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731136378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Firebase Authentication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User authentication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62152445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Google Maps API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Location and nearby search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12528636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Visual Studio Code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Development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582802132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Android Studio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Android development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517555409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Postman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API testing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978842661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Git &amp; GitHub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Version control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30519563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Firebase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Cloud platform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9621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55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IN" sz="3200" dirty="0">
                <a:solidFill>
                  <a:schemeClr val="bg1"/>
                </a:solidFill>
              </a:rPr>
              <a:t>Dataset / Input Details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CBC60-6B94-E627-384E-01B48FCF2581}"/>
              </a:ext>
            </a:extLst>
          </p:cNvPr>
          <p:cNvSpPr txBox="1"/>
          <p:nvPr/>
        </p:nvSpPr>
        <p:spPr>
          <a:xfrm>
            <a:off x="1812758" y="951400"/>
            <a:ext cx="99300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Input Details</a:t>
            </a:r>
            <a:endParaRPr lang="en-IN" sz="3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User name and contact details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Blood group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User location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Blood requirement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Donor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Blood bank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Search criteria such as blood group and location </a:t>
            </a:r>
          </a:p>
          <a:p>
            <a:pPr>
              <a:buNone/>
            </a:pPr>
            <a:r>
              <a:rPr lang="en-IN" sz="3600" b="1" dirty="0"/>
              <a:t>Input:</a:t>
            </a:r>
            <a:r>
              <a:rPr lang="en-IN" sz="3600" dirty="0"/>
              <a:t> Blood group + location + user requirement.</a:t>
            </a:r>
            <a:br>
              <a:rPr lang="en-IN" sz="3600" dirty="0"/>
            </a:br>
            <a:r>
              <a:rPr lang="en-IN" sz="3600" b="1" dirty="0"/>
              <a:t>Output:</a:t>
            </a:r>
            <a:r>
              <a:rPr lang="en-IN" sz="3600" dirty="0"/>
              <a:t> Suitable donors and nearby blood banks.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187CD-D7A3-DAC5-3D70-8F7A31F9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86E895-9A58-9112-6BCA-0A5BA866C38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E04BC-7A76-11D7-49A3-C34A9F3E073A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Implementation – Module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B63AF-6B0B-0542-6CB0-7C7A06F54163}"/>
              </a:ext>
            </a:extLst>
          </p:cNvPr>
          <p:cNvSpPr txBox="1"/>
          <p:nvPr/>
        </p:nvSpPr>
        <p:spPr>
          <a:xfrm>
            <a:off x="1922135" y="1004016"/>
            <a:ext cx="1025090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User Registration &amp; Authentication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User registers in the application.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User provides basic details and contact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Blood donors can enter their blood group and location.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Firebase Authentication is used for secure user authentication.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Donor information is stored in the database. </a:t>
            </a:r>
          </a:p>
          <a:p>
            <a:pPr>
              <a:buNone/>
            </a:pPr>
            <a:r>
              <a:rPr lang="en-IN" sz="3600" b="1" dirty="0"/>
              <a:t>Main Technologies:</a:t>
            </a:r>
            <a:r>
              <a:rPr lang="en-IN" sz="3600" dirty="0"/>
              <a:t> React Native + Firebase Authentication + Firebase </a:t>
            </a:r>
            <a:r>
              <a:rPr lang="en-IN" sz="3600" dirty="0" err="1"/>
              <a:t>Firestore</a:t>
            </a:r>
            <a:r>
              <a:rPr lang="en-IN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6400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34C6-A656-7CC8-322B-A58F41941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EB70F3-52B2-1662-2474-853FD6BF9D08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B56A7-EF36-D2BC-92D2-86980977928A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Implementation – Module 2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8F77B-D41D-BF32-C899-C0AA62491FD8}"/>
              </a:ext>
            </a:extLst>
          </p:cNvPr>
          <p:cNvSpPr txBox="1"/>
          <p:nvPr/>
        </p:nvSpPr>
        <p:spPr>
          <a:xfrm>
            <a:off x="1315453" y="1204130"/>
            <a:ext cx="1074820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Blood Donor Search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User selects the required blood group.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User provides or uses their location.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System searches for suitable donors.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Donor records are retrieved from Firebase </a:t>
            </a:r>
            <a:r>
              <a:rPr lang="en-IN" sz="3600" dirty="0" err="1"/>
              <a:t>Firestore</a:t>
            </a:r>
            <a:r>
              <a:rPr lang="en-IN" sz="3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Results are filtered using blood group and location.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Suitable donors are displayed in the mobile application. </a:t>
            </a:r>
          </a:p>
          <a:p>
            <a:pPr>
              <a:buNone/>
            </a:pPr>
            <a:r>
              <a:rPr lang="en-IN" sz="3600" b="1" dirty="0"/>
              <a:t>Goal:</a:t>
            </a:r>
            <a:r>
              <a:rPr lang="en-IN" sz="3600" dirty="0"/>
              <a:t> Find compatible donors quickly</a:t>
            </a:r>
          </a:p>
        </p:txBody>
      </p:sp>
    </p:spTree>
    <p:extLst>
      <p:ext uri="{BB962C8B-B14F-4D97-AF65-F5344CB8AC3E}">
        <p14:creationId xmlns:p14="http://schemas.microsoft.com/office/powerpoint/2010/main" val="837299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6DA5D-07D1-19CC-C989-F2F7AFC82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57B66A-A7BC-8101-77F9-7803FC71BA7E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174F2-A15D-3196-E149-76178D34F5DF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Implementation – Module 3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B550F-F4B3-C8FC-B04C-9BBCA28A576D}"/>
              </a:ext>
            </a:extLst>
          </p:cNvPr>
          <p:cNvSpPr txBox="1"/>
          <p:nvPr/>
        </p:nvSpPr>
        <p:spPr>
          <a:xfrm>
            <a:off x="2355272" y="1004016"/>
            <a:ext cx="95319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Blood Bank &amp; Location Module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User searches for nearby blood banks.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Google Maps API is used for location-based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Blood bank information is retrieved from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Nearby blood banks are displayed to the user.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Users can access essential blood bank information quickly. </a:t>
            </a:r>
          </a:p>
          <a:p>
            <a:pPr>
              <a:buNone/>
            </a:pPr>
            <a:r>
              <a:rPr lang="en-IN" sz="3600" b="1" dirty="0"/>
              <a:t>Main Technology:</a:t>
            </a:r>
            <a:r>
              <a:rPr lang="en-IN" sz="3600" dirty="0"/>
              <a:t> Google Maps API. </a:t>
            </a:r>
          </a:p>
        </p:txBody>
      </p:sp>
    </p:spTree>
    <p:extLst>
      <p:ext uri="{BB962C8B-B14F-4D97-AF65-F5344CB8AC3E}">
        <p14:creationId xmlns:p14="http://schemas.microsoft.com/office/powerpoint/2010/main" val="440787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876CD-AAAA-2164-9332-76FF74BB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EE6D2A-39BF-1839-5651-09D4A9018EF9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F8DB9-D926-145C-5238-982F0E362266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Experimental Setup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961AE-FBFE-A1B3-8F1D-850C4267B8C0}"/>
              </a:ext>
            </a:extLst>
          </p:cNvPr>
          <p:cNvSpPr txBox="1"/>
          <p:nvPr/>
        </p:nvSpPr>
        <p:spPr>
          <a:xfrm>
            <a:off x="1395664" y="949143"/>
            <a:ext cx="842210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Development Environment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Frontend:</a:t>
            </a:r>
            <a:r>
              <a:rPr lang="en-IN" sz="2000" dirty="0"/>
              <a:t> React Native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Programming Language:</a:t>
            </a:r>
            <a:r>
              <a:rPr lang="en-IN" sz="2000" dirty="0"/>
              <a:t> JavaScript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Backend:</a:t>
            </a:r>
            <a:r>
              <a:rPr lang="en-IN" sz="2000" dirty="0"/>
              <a:t> Node.js + Express.js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Database:</a:t>
            </a:r>
            <a:r>
              <a:rPr lang="en-IN" sz="2000" dirty="0"/>
              <a:t> Firebase </a:t>
            </a:r>
            <a:r>
              <a:rPr lang="en-IN" sz="2000" dirty="0" err="1"/>
              <a:t>Firestore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Authentication:</a:t>
            </a:r>
            <a:r>
              <a:rPr lang="en-IN" sz="2000" dirty="0"/>
              <a:t> Firebase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Maps:</a:t>
            </a:r>
            <a:r>
              <a:rPr lang="en-IN" sz="2000" dirty="0"/>
              <a:t> Google Maps API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IDE:</a:t>
            </a:r>
            <a:r>
              <a:rPr lang="en-IN" sz="2000" dirty="0"/>
              <a:t> Visual Studio Code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Android Development:</a:t>
            </a:r>
            <a:r>
              <a:rPr lang="en-IN" sz="2000" dirty="0"/>
              <a:t> Android Studio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API Testing:</a:t>
            </a:r>
            <a:r>
              <a:rPr lang="en-IN" sz="2000" dirty="0"/>
              <a:t> Postman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Version Control:</a:t>
            </a:r>
            <a:r>
              <a:rPr lang="en-IN" sz="2000" dirty="0"/>
              <a:t> Git &amp; GitHub </a:t>
            </a:r>
          </a:p>
          <a:p>
            <a:pPr>
              <a:buNone/>
            </a:pPr>
            <a:r>
              <a:rPr lang="en-IN" sz="2000" b="1" dirty="0"/>
              <a:t>Testing Areas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User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Donor search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Blood group filtering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Location-based search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Blood bank search</a:t>
            </a:r>
          </a:p>
        </p:txBody>
      </p:sp>
    </p:spTree>
    <p:extLst>
      <p:ext uri="{BB962C8B-B14F-4D97-AF65-F5344CB8AC3E}">
        <p14:creationId xmlns:p14="http://schemas.microsoft.com/office/powerpoint/2010/main" val="135598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DFFD7-CF1A-3F2A-3B5C-7669CA6C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5231B3-425B-E5EE-B883-E91CA0355152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20E65-EF87-35AB-165E-7AE44D918DA3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6CF3A-4CB0-2ED5-D08A-1587700225A0}"/>
              </a:ext>
            </a:extLst>
          </p:cNvPr>
          <p:cNvSpPr txBox="1"/>
          <p:nvPr/>
        </p:nvSpPr>
        <p:spPr>
          <a:xfrm>
            <a:off x="737936" y="1448132"/>
            <a:ext cx="1163052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Expected Results</a:t>
            </a:r>
          </a:p>
          <a:p>
            <a:pPr lvl="0"/>
            <a:r>
              <a:rPr lang="en-IN" sz="2800" dirty="0"/>
              <a:t>Users can register and access the application. </a:t>
            </a:r>
          </a:p>
          <a:p>
            <a:pPr lvl="0"/>
            <a:r>
              <a:rPr lang="en-IN" sz="2800" dirty="0"/>
              <a:t>Donor information can be stored and managed. </a:t>
            </a:r>
          </a:p>
          <a:p>
            <a:pPr lvl="0"/>
            <a:r>
              <a:rPr lang="en-IN" sz="2800" dirty="0"/>
              <a:t>Users can search donors based on blood group. </a:t>
            </a:r>
          </a:p>
          <a:p>
            <a:pPr lvl="0"/>
            <a:r>
              <a:rPr lang="en-IN" sz="2800" dirty="0"/>
              <a:t>Nearby blood banks can be identified. </a:t>
            </a:r>
          </a:p>
          <a:p>
            <a:pPr lvl="0"/>
            <a:r>
              <a:rPr lang="en-IN" sz="2800" dirty="0"/>
              <a:t>Location-based search helps find nearby resources. </a:t>
            </a:r>
          </a:p>
          <a:p>
            <a:pPr lvl="0"/>
            <a:r>
              <a:rPr lang="en-IN" sz="2800" dirty="0"/>
              <a:t>The system can reduce the time and effort needed to locate blood. </a:t>
            </a:r>
          </a:p>
          <a:p>
            <a:r>
              <a:rPr lang="en-IN" sz="2800" b="1" dirty="0"/>
              <a:t>Expected Outcome:</a:t>
            </a:r>
            <a:r>
              <a:rPr lang="en-IN" sz="2800" dirty="0"/>
              <a:t> A user-friendly system for better blood accessibility and donor</a:t>
            </a:r>
          </a:p>
          <a:p>
            <a:r>
              <a:rPr lang="en-IN" sz="2800" dirty="0"/>
              <a:t> coordination. </a:t>
            </a:r>
          </a:p>
          <a:p>
            <a:r>
              <a:rPr lang="en-IN" sz="2800" b="1" dirty="0"/>
              <a:t>Note:</a:t>
            </a:r>
            <a:r>
              <a:rPr lang="en-IN" sz="2800" dirty="0"/>
              <a:t> If your application is already working, you can replace “Expected Results”</a:t>
            </a:r>
          </a:p>
          <a:p>
            <a:r>
              <a:rPr lang="en-IN" sz="2800" dirty="0"/>
              <a:t> with your actual results.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48448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E6179-9253-5A89-3F68-012A6740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5219AD-F8D4-9B23-21BA-95562D84B8FC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B664E-6B90-0DDD-8021-678C1B37FCE3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Performance Evaluation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AB272-839E-167A-F8D7-12DDA1603B4F}"/>
              </a:ext>
            </a:extLst>
          </p:cNvPr>
          <p:cNvSpPr txBox="1"/>
          <p:nvPr/>
        </p:nvSpPr>
        <p:spPr>
          <a:xfrm>
            <a:off x="2823411" y="1099208"/>
            <a:ext cx="763604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Evaluation Parameters</a:t>
            </a:r>
          </a:p>
          <a:p>
            <a:pPr>
              <a:buNone/>
            </a:pPr>
            <a:r>
              <a:rPr lang="en-IN" sz="2400" dirty="0"/>
              <a:t>We evaluate the system based 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Response Time</a:t>
            </a:r>
            <a:r>
              <a:rPr lang="en-IN" sz="2400" dirty="0"/>
              <a:t> – How quickly search results are displayed.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Search Accuracy</a:t>
            </a:r>
            <a:r>
              <a:rPr lang="en-IN" sz="2400" dirty="0"/>
              <a:t> – Whether suitable donors/blood banks are identified.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Usability</a:t>
            </a:r>
            <a:r>
              <a:rPr lang="en-IN" sz="2400" dirty="0"/>
              <a:t> – How easy the application is to use.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Location Accuracy</a:t>
            </a:r>
            <a:r>
              <a:rPr lang="en-IN" sz="2400" dirty="0"/>
              <a:t> – How effectively nearby resources are identified.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System Reliability</a:t>
            </a:r>
            <a:r>
              <a:rPr lang="en-IN" sz="2400" dirty="0"/>
              <a:t> – Whether the main functions work correctly. </a:t>
            </a:r>
          </a:p>
          <a:p>
            <a:pPr>
              <a:buNone/>
            </a:pPr>
            <a:r>
              <a:rPr lang="en-IN" sz="2400" dirty="0"/>
              <a:t>These evaluation parameters are included in your project methodology. </a:t>
            </a:r>
          </a:p>
        </p:txBody>
      </p:sp>
    </p:spTree>
    <p:extLst>
      <p:ext uri="{BB962C8B-B14F-4D97-AF65-F5344CB8AC3E}">
        <p14:creationId xmlns:p14="http://schemas.microsoft.com/office/powerpoint/2010/main" val="2746446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DA456-2D36-54B4-2A60-9AB113C2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4F9DBA-EA00-6F7B-C4C5-DDE970F8C59D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728D0-5889-AE8F-F4CC-A95F1AD9A2F7}"/>
              </a:ext>
            </a:extLst>
          </p:cNvPr>
          <p:cNvSpPr txBox="1"/>
          <p:nvPr/>
        </p:nvSpPr>
        <p:spPr>
          <a:xfrm>
            <a:off x="2660072" y="1879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Screenshots / Working Demo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352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009B7-F642-ED08-2D62-3039ABBB6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BD492D-DC4D-5726-FE11-828FD21BB037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8BE53-FFCE-8CA9-84E3-43ED7F2CC19C}"/>
              </a:ext>
            </a:extLst>
          </p:cNvPr>
          <p:cNvSpPr txBox="1"/>
          <p:nvPr/>
        </p:nvSpPr>
        <p:spPr>
          <a:xfrm>
            <a:off x="2419440" y="154134"/>
            <a:ext cx="6871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Comparison with Existing System</a:t>
            </a:r>
            <a:endParaRPr 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77F119-5EF7-AF7A-8C97-E8039B617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000718"/>
              </p:ext>
            </p:extLst>
          </p:nvPr>
        </p:nvGraphicFramePr>
        <p:xfrm>
          <a:off x="1175085" y="1106904"/>
          <a:ext cx="10515600" cy="50372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150537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55914055"/>
                    </a:ext>
                  </a:extLst>
                </a:gridCol>
              </a:tblGrid>
              <a:tr h="839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619691"/>
                  </a:ext>
                </a:extLst>
              </a:tr>
              <a:tr h="839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Information may be scattered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Centralized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868012"/>
                  </a:ext>
                </a:extLst>
              </a:tr>
              <a:tr h="839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to find nearby donors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Location-based donor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589166"/>
                  </a:ext>
                </a:extLst>
              </a:tr>
              <a:tr h="839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Blood bank and donor information may be separate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Both can be accessed through one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202571"/>
                  </a:ext>
                </a:extLst>
              </a:tr>
              <a:tr h="839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communication may cause delays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 access to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753929"/>
                  </a:ext>
                </a:extLst>
              </a:tr>
              <a:tr h="839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location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Google Maps-based location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539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538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5440-9BD0-140F-1B23-40E40698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7775784-5055-653E-7644-07ACAE50AEB0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6A909-27F8-F679-2016-47BBEA29A152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Challenges &amp; Solutions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8538BF-B711-C86D-4DD6-63DAFC999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546367"/>
              </p:ext>
            </p:extLst>
          </p:nvPr>
        </p:nvGraphicFramePr>
        <p:xfrm>
          <a:off x="1046747" y="1058778"/>
          <a:ext cx="10515600" cy="5037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917304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81700173"/>
                    </a:ext>
                  </a:extLst>
                </a:gridCol>
              </a:tblGrid>
              <a:tr h="62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683944"/>
                  </a:ext>
                </a:extLst>
              </a:tr>
              <a:tr h="62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Finding suitable blood donors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Blood-group based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794226"/>
                  </a:ext>
                </a:extLst>
              </a:tr>
              <a:tr h="62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Finding nearby donors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Location-based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3641"/>
                  </a:ext>
                </a:extLst>
              </a:tr>
              <a:tr h="62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Scattered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Centralized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282691"/>
                  </a:ext>
                </a:extLst>
              </a:tr>
              <a:tr h="62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Finding nearby blood banks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Maps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824919"/>
                  </a:ext>
                </a:extLst>
              </a:tr>
              <a:tr h="62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Managing donor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Firebase Firestore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099358"/>
                  </a:ext>
                </a:extLst>
              </a:tr>
              <a:tr h="62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Firebase Authentication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137524"/>
                  </a:ext>
                </a:extLst>
              </a:tr>
              <a:tr h="62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Communication delays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Quick access to donor/blood bank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020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754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EB81-AF34-A4FA-E061-75161AA2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AD6AF1-ADE6-0D82-8B47-1D4D6B2D19FD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FAEEA-93FB-1139-EB70-C1001EE5FEF9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Future Work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8D892-BCE7-7300-2ACB-1FB831473C87}"/>
              </a:ext>
            </a:extLst>
          </p:cNvPr>
          <p:cNvSpPr txBox="1"/>
          <p:nvPr/>
        </p:nvSpPr>
        <p:spPr>
          <a:xfrm>
            <a:off x="2855495" y="1193865"/>
            <a:ext cx="855044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Future Improvements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Improve location-based donor matching.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Add more emergency request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Improve communication between donors and recipients.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Expand blood bank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Improve search and filtering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Make the application more accessible and user-friendly.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Support better coordination between hospitals, donors and blood banks. </a:t>
            </a:r>
          </a:p>
        </p:txBody>
      </p:sp>
    </p:spTree>
    <p:extLst>
      <p:ext uri="{BB962C8B-B14F-4D97-AF65-F5344CB8AC3E}">
        <p14:creationId xmlns:p14="http://schemas.microsoft.com/office/powerpoint/2010/main" val="462993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2063-E986-17C8-0552-9B077E5B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3B1E20-33A6-2A7E-E3C0-B31E12AAAA21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92DDF-848E-94C8-F58E-A1D8CB854F09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0664D-9066-E713-2740-970E4AD19930}"/>
              </a:ext>
            </a:extLst>
          </p:cNvPr>
          <p:cNvSpPr txBox="1"/>
          <p:nvPr/>
        </p:nvSpPr>
        <p:spPr>
          <a:xfrm>
            <a:off x="1507958" y="1235242"/>
            <a:ext cx="102509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The Blood Bank &amp; Donor Locator App provides a centralized platform for blood-related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Users can search for suitable donors using blood group and location.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The application helps users find nearby blood banks.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Firebase provides authentication and data storage.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Google Maps API supports location-based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The system aims to reduce the time and effort required to locate blood during emergencies.</a:t>
            </a:r>
          </a:p>
        </p:txBody>
      </p:sp>
    </p:spTree>
    <p:extLst>
      <p:ext uri="{BB962C8B-B14F-4D97-AF65-F5344CB8AC3E}">
        <p14:creationId xmlns:p14="http://schemas.microsoft.com/office/powerpoint/2010/main" val="2672243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63715-A9F5-146F-7A9C-D18BC786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F7A2F6-8CD0-31FC-FAFA-8D2FFBC84505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CED69-FF99-583F-B162-EFF768432D71}"/>
              </a:ext>
            </a:extLst>
          </p:cNvPr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References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B5939-349F-8779-37C5-3DB2FB291352}"/>
              </a:ext>
            </a:extLst>
          </p:cNvPr>
          <p:cNvSpPr txBox="1"/>
          <p:nvPr/>
        </p:nvSpPr>
        <p:spPr>
          <a:xfrm>
            <a:off x="3047999" y="1610959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References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Firebase Documentation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React Native Documentation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Node.js Documentation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Express.js Documentation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Google Maps Platform Documentation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Android Studio Documentation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Postman Documentation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Git &amp; GitHub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267650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1588</Words>
  <Application>Microsoft Office PowerPoint</Application>
  <PresentationFormat>Widescreen</PresentationFormat>
  <Paragraphs>298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        Blood Bank &amp; Donor Locator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pragathijella505@outlook.com</cp:lastModifiedBy>
  <cp:revision>21</cp:revision>
  <dcterms:created xsi:type="dcterms:W3CDTF">2024-08-29T05:25:00Z</dcterms:created>
  <dcterms:modified xsi:type="dcterms:W3CDTF">2026-10-03T03:57:48Z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